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Old Standard TT"/>
      <p:regular r:id="rId20"/>
      <p:bold r:id="rId21"/>
      <p: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regular.fntdata"/><Relationship Id="rId11" Type="http://schemas.openxmlformats.org/officeDocument/2006/relationships/slide" Target="slides/slide6.xml"/><Relationship Id="rId22" Type="http://schemas.openxmlformats.org/officeDocument/2006/relationships/font" Target="fonts/OldStandardTT-italic.fntdata"/><Relationship Id="rId10" Type="http://schemas.openxmlformats.org/officeDocument/2006/relationships/slide" Target="slides/slide5.xml"/><Relationship Id="rId21" Type="http://schemas.openxmlformats.org/officeDocument/2006/relationships/font" Target="fonts/OldStandardT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6f90357f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6f9035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ed1a4196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ed1a4196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ed1a4196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ed1a4196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d1a4196e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ed1a4196e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ed1a4196e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ed1a4196e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Song Genre Classification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AI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Monish M Gasikanti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CS46200 Intro to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36575" y="19051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Build an AI model that predicts song genres based on its audio.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Two Major Scripts: </a:t>
            </a:r>
            <a:br>
              <a:rPr lang="en"/>
            </a:br>
            <a:r>
              <a:rPr lang="en"/>
              <a:t>1) Training Script (feature extraction + random forest classification)</a:t>
            </a:r>
            <a:br>
              <a:rPr lang="en"/>
            </a:br>
            <a:r>
              <a:rPr lang="en"/>
              <a:t>2) Real-time song classification using microphone input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and Structure	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 folder structure:</a:t>
            </a:r>
            <a:br>
              <a:rPr lang="en"/>
            </a:br>
            <a:r>
              <a:rPr lang="en"/>
              <a:t>	audio_data/genre/*.mp3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genre has 30-50 songs, with 4 genres (jazz, EDM, pop, rock)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5-15 second song clips used for training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Extracts MFCCs, Chroma, Spectral Features, Tempo, etc. 37 features in total.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encoding for genres.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Logic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extracted from </a:t>
            </a:r>
            <a:r>
              <a:rPr lang="en"/>
              <a:t>each</a:t>
            </a:r>
            <a:r>
              <a:rPr lang="en"/>
              <a:t> song: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MFCCs (20 coefficients)</a:t>
            </a:r>
            <a:br>
              <a:rPr lang="en"/>
            </a:br>
            <a:r>
              <a:rPr lang="en"/>
              <a:t>Chroma features</a:t>
            </a:r>
            <a:br>
              <a:rPr lang="en"/>
            </a:br>
            <a:r>
              <a:rPr lang="en"/>
              <a:t>Spectral centroid</a:t>
            </a:r>
            <a:br>
              <a:rPr lang="en"/>
            </a:br>
            <a:r>
              <a:rPr lang="en"/>
              <a:t>Spectral bandwidth</a:t>
            </a:r>
            <a:br>
              <a:rPr lang="en"/>
            </a:br>
            <a:r>
              <a:rPr lang="en"/>
              <a:t>Zero-crossing rate</a:t>
            </a:r>
            <a:br>
              <a:rPr lang="en"/>
            </a:br>
            <a:r>
              <a:rPr lang="en"/>
              <a:t>Spectral rolloff</a:t>
            </a:r>
            <a:br>
              <a:rPr lang="en"/>
            </a:br>
            <a:r>
              <a:rPr lang="en"/>
              <a:t>Tempo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All features are concatenated into a single vector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Script Workflow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Load dataset folder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Extract features from each audio file, grouped by genre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Encode genre labels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Scale features with standard scaler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Train Random Forests with 800 trees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Test model with classification report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AutoNum type="arabicPeriod"/>
            </a:pPr>
            <a:r>
              <a:rPr lang="en" sz="1600"/>
              <a:t>Save classifier, scaler, and label encoder using joblib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Architecture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Random Forest Classifier:</a:t>
            </a:r>
            <a:endParaRPr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N_estimators = 800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Max_depth = none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N_jobs = -1 (parallel)</a:t>
            </a:r>
            <a:endParaRPr/>
          </a:p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Why Random Forests?</a:t>
            </a:r>
            <a:endParaRPr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Handles noisy audio features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Works well with tabular feature vectors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Low overfitting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90250" y="1543300"/>
            <a:ext cx="3869700" cy="20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325" y="1359400"/>
            <a:ext cx="4786825" cy="26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257100" y="231475"/>
            <a:ext cx="8629800" cy="43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Metrics Generated:</a:t>
            </a:r>
            <a:endParaRPr b="1" sz="24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Accuracy score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Precision, recall, F1-score per genre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Model typically achieves high accuracy depending on dataset quality and the type of genre.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/>
              <a:t>The type of genre matters here since some genres sound completely different, like jazz and EDM, while others sound very similar, like rock and pop.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215250" y="603825"/>
            <a:ext cx="5998800" cy="605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Saved Model Components</a:t>
            </a:r>
            <a:endParaRPr b="1" sz="2800"/>
          </a:p>
        </p:txBody>
      </p:sp>
      <p:sp>
        <p:nvSpPr>
          <p:cNvPr id="108" name="Google Shape;108;p21"/>
          <p:cNvSpPr txBox="1"/>
          <p:nvPr/>
        </p:nvSpPr>
        <p:spPr>
          <a:xfrm>
            <a:off x="270075" y="1562575"/>
            <a:ext cx="8632800" cy="3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Three saved artifacts:</a:t>
            </a:r>
            <a:endParaRPr sz="2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ld Standard TT"/>
              <a:buAutoNum type="arabicParenR"/>
            </a:pP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</a:t>
            </a: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udio_genre_classifier.pkl: Trained Random Forest</a:t>
            </a:r>
            <a:b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sz="2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ld Standard TT"/>
              <a:buAutoNum type="arabicParenR"/>
            </a:pP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</a:t>
            </a: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udio_scaler.pkl: Feature Scaler</a:t>
            </a:r>
            <a:b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 sz="2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ld Standard TT"/>
              <a:buAutoNum type="arabicParenR"/>
            </a:pP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</a:t>
            </a:r>
            <a:r>
              <a:rPr lang="en"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udio_label_encoder: maps integers to genre names</a:t>
            </a:r>
            <a:endParaRPr sz="2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Real-Time Pipeline Details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Records audio using sd.rec()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Forces audio length to 15 seconds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Reuses same extract_features logic from training script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Calls clf.predict() to classify the song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Runs continuously until stopped with ctrl + c</a:t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High-quality audio preprocessing is essential</a:t>
            </a:r>
            <a:r>
              <a:rPr lang="en" sz="1600"/>
              <a:t>: cleaning, normalizing, and standardizing audio clips significantly improves model stability and reduces noise-related errors.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Feature engineering plays a decisive role in performance</a:t>
            </a:r>
            <a:r>
              <a:rPr lang="en" sz="1600"/>
              <a:t>: carefully selecting and combining MFCCs, chroma features, and spectral attributes provided the model with meaningful musical characteristics.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Random Forests proved to be a strong baseline model</a:t>
            </a:r>
            <a:r>
              <a:rPr lang="en" sz="1600"/>
              <a:t>: despite their simplicity compared to neural networks, they handled nonlinear feature interactions effectively and delivered good accuracy.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600"/>
              <a:t>Deploying models for real-time inference requires thoughtful system design</a:t>
            </a:r>
            <a:r>
              <a:rPr lang="en" sz="1600"/>
              <a:t>: managing audio capture timing, feature extraction latency, and prediction speed is critical for a smooth, responsive user experience.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CNNs on Mel spectograms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Larger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 real-time noise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 as a simple GUI or web application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275150" y="1990025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32" name="Google Shape;132;p25"/>
          <p:cNvSpPr txBox="1"/>
          <p:nvPr>
            <p:ph idx="2" type="body"/>
          </p:nvPr>
        </p:nvSpPr>
        <p:spPr>
          <a:xfrm>
            <a:off x="4939500" y="578725"/>
            <a:ext cx="3837000" cy="42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This project successfully delivered a complete end-to-end pipeline for music genre classification: from dataset creation and feature extraction to model training and real-time genre prediction. By combining signal processing techniques with a Random Forest classifier, the system achieved strong and consistent performance across multiple genres. The real-time component further demonstrated the practicality of the model, showcasing how AI can interpret and classify audio as it is being recorded.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Thank you!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Real-Time Classification Script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Workflow:</a:t>
            </a:r>
            <a:endParaRPr sz="2100"/>
          </a:p>
          <a:p>
            <a:pPr indent="-35560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Record 5-15 seconds using the device’s sound input</a:t>
            </a:r>
            <a:endParaRPr sz="2000"/>
          </a:p>
          <a:p>
            <a:pPr indent="-3556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Extract </a:t>
            </a:r>
            <a:r>
              <a:rPr lang="en" sz="2000"/>
              <a:t>features</a:t>
            </a:r>
            <a:r>
              <a:rPr lang="en" sz="2000"/>
              <a:t> from raw signal</a:t>
            </a:r>
            <a:endParaRPr sz="2000"/>
          </a:p>
          <a:p>
            <a:pPr indent="-3556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Scale features</a:t>
            </a:r>
            <a:endParaRPr sz="2000"/>
          </a:p>
          <a:p>
            <a:pPr indent="-3556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Predict genre with trained model</a:t>
            </a:r>
            <a:endParaRPr sz="2000"/>
          </a:p>
          <a:p>
            <a:pPr indent="-3556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" sz="2000"/>
              <a:t>Print predicted genre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